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7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2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3965" y="271604"/>
            <a:ext cx="10514925" cy="182880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Principais arquiteturas / frameworks </a:t>
            </a:r>
            <a:r>
              <a:rPr lang="pt-BR" b="1" dirty="0" err="1" smtClean="0"/>
              <a:t>java</a:t>
            </a:r>
            <a:r>
              <a:rPr lang="pt-BR" b="1" dirty="0" smtClean="0"/>
              <a:t> usados no mercado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2485" y="2105603"/>
            <a:ext cx="2638410" cy="1551998"/>
          </a:xfrm>
        </p:spPr>
        <p:txBody>
          <a:bodyPr>
            <a:normAutofit fontScale="70000" lnSpcReduction="20000"/>
          </a:bodyPr>
          <a:lstStyle/>
          <a:p>
            <a:r>
              <a:rPr lang="pt-BR" sz="3200" b="1" dirty="0" err="1" smtClean="0">
                <a:solidFill>
                  <a:srgbClr val="FFFF00"/>
                </a:solidFill>
              </a:rPr>
              <a:t>FrontEnd</a:t>
            </a:r>
            <a:r>
              <a:rPr lang="pt-BR" sz="3200" b="1" dirty="0" smtClean="0">
                <a:solidFill>
                  <a:srgbClr val="FFFF00"/>
                </a:solidFill>
              </a:rPr>
              <a:t>:</a:t>
            </a:r>
          </a:p>
          <a:p>
            <a:r>
              <a:rPr lang="pt-BR" sz="3200" b="1" dirty="0" err="1" smtClean="0">
                <a:solidFill>
                  <a:srgbClr val="FFFF00"/>
                </a:solidFill>
              </a:rPr>
              <a:t>PrimeFaces</a:t>
            </a:r>
            <a:r>
              <a:rPr lang="pt-BR" sz="3200" b="1" dirty="0" smtClean="0">
                <a:solidFill>
                  <a:srgbClr val="FFFF00"/>
                </a:solidFill>
              </a:rPr>
              <a:t>,</a:t>
            </a:r>
          </a:p>
          <a:p>
            <a:r>
              <a:rPr lang="pt-BR" sz="3200" b="1" dirty="0" smtClean="0">
                <a:solidFill>
                  <a:srgbClr val="FFFF00"/>
                </a:solidFill>
              </a:rPr>
              <a:t>Angular, </a:t>
            </a:r>
            <a:r>
              <a:rPr lang="pt-BR" sz="3200" b="1" dirty="0" err="1" smtClean="0">
                <a:solidFill>
                  <a:srgbClr val="FFFF00"/>
                </a:solidFill>
              </a:rPr>
              <a:t>React</a:t>
            </a:r>
            <a:r>
              <a:rPr lang="pt-BR" sz="3200" b="1" dirty="0" smtClean="0">
                <a:solidFill>
                  <a:srgbClr val="FFFF00"/>
                </a:solidFill>
              </a:rPr>
              <a:t>, </a:t>
            </a:r>
            <a:r>
              <a:rPr lang="pt-BR" sz="3200" b="1" dirty="0" err="1" smtClean="0">
                <a:solidFill>
                  <a:srgbClr val="FFFF00"/>
                </a:solidFill>
              </a:rPr>
              <a:t>Vue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err="1" smtClean="0">
                <a:solidFill>
                  <a:srgbClr val="FFFF00"/>
                </a:solidFill>
              </a:rPr>
              <a:t>Js</a:t>
            </a:r>
            <a:endParaRPr lang="pt-BR" sz="3200" b="1" dirty="0">
              <a:solidFill>
                <a:srgbClr val="FFFF00"/>
              </a:solidFill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3262940" y="2100404"/>
            <a:ext cx="8479405" cy="406886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BackEnd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Spring Boot, Spring Data, Spring Services, 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etc</a:t>
            </a:r>
            <a:endParaRPr lang="pt-BR" sz="3200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Jakarta EE 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Rest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APIs (JAX-RS)</a:t>
            </a:r>
          </a:p>
          <a:p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JPA, CDI (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Dependency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Injection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)</a:t>
            </a:r>
          </a:p>
          <a:p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Containers leves (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Tomcat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b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Open 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Liberty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Jetty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, etc...)</a:t>
            </a:r>
            <a:endParaRPr lang="pt-BR" sz="32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222485" y="3735226"/>
            <a:ext cx="2774211" cy="25879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Ferramentas:</a:t>
            </a:r>
          </a:p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Java 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11+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/>
            </a:r>
            <a:b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Maven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/>
            </a:r>
            <a:b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Git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/</a:t>
            </a: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GitHub</a:t>
            </a:r>
            <a:endParaRPr lang="pt-BR" sz="3200" b="1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Postman</a:t>
            </a:r>
            <a:endParaRPr lang="pt-BR"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55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3965" y="-37512"/>
            <a:ext cx="10514925" cy="1086416"/>
          </a:xfrm>
        </p:spPr>
        <p:txBody>
          <a:bodyPr>
            <a:normAutofit/>
          </a:bodyPr>
          <a:lstStyle/>
          <a:p>
            <a:r>
              <a:rPr lang="pt-BR" b="1" dirty="0" smtClean="0"/>
              <a:t>Arquiteturas: Front e </a:t>
            </a:r>
            <a:r>
              <a:rPr lang="pt-BR" b="1" dirty="0" err="1" smtClean="0"/>
              <a:t>Backend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42870" y="1277293"/>
            <a:ext cx="4110274" cy="818667"/>
          </a:xfrm>
        </p:spPr>
        <p:txBody>
          <a:bodyPr>
            <a:normAutofit/>
          </a:bodyPr>
          <a:lstStyle/>
          <a:p>
            <a:r>
              <a:rPr lang="pt-BR" sz="2800" b="1" dirty="0" err="1" smtClean="0">
                <a:solidFill>
                  <a:srgbClr val="FFFF00"/>
                </a:solidFill>
              </a:rPr>
              <a:t>Frontend</a:t>
            </a:r>
            <a:r>
              <a:rPr lang="pt-BR" sz="2800" b="1" dirty="0" smtClean="0">
                <a:solidFill>
                  <a:srgbClr val="FFFF00"/>
                </a:solidFill>
              </a:rPr>
              <a:t> </a:t>
            </a:r>
            <a:r>
              <a:rPr lang="pt-BR" sz="2800" b="1" dirty="0" err="1" smtClean="0">
                <a:solidFill>
                  <a:srgbClr val="FFFF00"/>
                </a:solidFill>
              </a:rPr>
              <a:t>Applications</a:t>
            </a:r>
            <a:r>
              <a:rPr lang="pt-BR" sz="2800" b="1" dirty="0" smtClean="0">
                <a:solidFill>
                  <a:srgbClr val="FFFF00"/>
                </a:solidFill>
              </a:rPr>
              <a:t>: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5227543" y="1175023"/>
            <a:ext cx="6668711" cy="5345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Backend</a:t>
            </a:r>
            <a:r>
              <a:rPr lang="pt-BR" sz="3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pt-BR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Spring Boot </a:t>
            </a:r>
            <a:r>
              <a:rPr lang="pt-BR" sz="32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Embbeded</a:t>
            </a:r>
            <a:r>
              <a:rPr lang="pt-BR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Server</a:t>
            </a:r>
          </a:p>
          <a:p>
            <a:endParaRPr lang="pt-BR" sz="3200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pt-BR" sz="3200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pt-BR" sz="3200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Jakarta EE </a:t>
            </a: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AppServer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/>
            </a:r>
            <a:b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(</a:t>
            </a: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Tomcat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, </a:t>
            </a: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OpenLiberty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, </a:t>
            </a:r>
            <a:r>
              <a:rPr lang="pt-BR" sz="3200" b="1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JBoss</a:t>
            </a:r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...)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42870" y="3828311"/>
            <a:ext cx="2384914" cy="1575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React</a:t>
            </a:r>
            <a:r>
              <a:rPr lang="pt-BR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/>
            </a:r>
            <a:br>
              <a:rPr lang="pt-BR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pt-BR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Angular</a:t>
            </a:r>
            <a:br>
              <a:rPr lang="pt-BR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pt-BR" sz="32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Vue</a:t>
            </a:r>
            <a:r>
              <a:rPr lang="pt-BR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JS</a:t>
            </a:r>
            <a:endParaRPr lang="pt-BR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ubo 6"/>
          <p:cNvSpPr/>
          <p:nvPr/>
        </p:nvSpPr>
        <p:spPr>
          <a:xfrm>
            <a:off x="6131043" y="2573823"/>
            <a:ext cx="1064616" cy="116525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342870" y="1995151"/>
            <a:ext cx="2955282" cy="697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PrimeFaces</a:t>
            </a:r>
            <a:endParaRPr lang="pt-BR" sz="32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Cubo 8"/>
          <p:cNvSpPr/>
          <p:nvPr/>
        </p:nvSpPr>
        <p:spPr>
          <a:xfrm>
            <a:off x="6042354" y="5610593"/>
            <a:ext cx="992188" cy="103594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Documento 9"/>
          <p:cNvSpPr/>
          <p:nvPr/>
        </p:nvSpPr>
        <p:spPr>
          <a:xfrm>
            <a:off x="1005699" y="2577363"/>
            <a:ext cx="669192" cy="832680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luxograma: Documento 10"/>
          <p:cNvSpPr/>
          <p:nvPr/>
        </p:nvSpPr>
        <p:spPr>
          <a:xfrm>
            <a:off x="846046" y="5509177"/>
            <a:ext cx="669192" cy="832680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direita 14"/>
          <p:cNvSpPr/>
          <p:nvPr/>
        </p:nvSpPr>
        <p:spPr>
          <a:xfrm>
            <a:off x="1855960" y="2897110"/>
            <a:ext cx="3911097" cy="213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 para a direita 15"/>
          <p:cNvSpPr/>
          <p:nvPr/>
        </p:nvSpPr>
        <p:spPr>
          <a:xfrm rot="1083713">
            <a:off x="1680050" y="3812995"/>
            <a:ext cx="3909897" cy="221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a direita 16"/>
          <p:cNvSpPr/>
          <p:nvPr/>
        </p:nvSpPr>
        <p:spPr>
          <a:xfrm>
            <a:off x="1674891" y="5815799"/>
            <a:ext cx="3911097" cy="213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 rot="20228111">
            <a:off x="1542398" y="4682639"/>
            <a:ext cx="4436631" cy="193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24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9414" y="2997950"/>
            <a:ext cx="4724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Teste de </a:t>
            </a:r>
            <a:r>
              <a:rPr lang="pt-BR" sz="24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API’s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24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Rest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24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Backend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endParaRPr lang="pt-BR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	</a:t>
            </a:r>
            <a:endParaRPr lang="pt-BR" sz="2400" b="1" dirty="0">
              <a:solidFill>
                <a:schemeClr val="tx1">
                  <a:lumMod val="95000"/>
                </a:schemeClr>
              </a:solidFill>
            </a:endParaRPr>
          </a:p>
          <a:p>
            <a:endParaRPr lang="pt-BR" sz="24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72495" y="1582512"/>
            <a:ext cx="76044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Gerenciamento de Dependências, Bibliotecas e </a:t>
            </a:r>
            <a:r>
              <a:rPr lang="pt-BR" sz="24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Plugins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endParaRPr lang="pt-BR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pt-BR" sz="2400" b="1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pt-BR" sz="2400" b="1" dirty="0" smtClean="0">
                <a:solidFill>
                  <a:schemeClr val="tx1">
                    <a:lumMod val="95000"/>
                  </a:schemeClr>
                </a:solidFill>
              </a:rPr>
              <a:t>  </a:t>
            </a:r>
            <a:endParaRPr lang="pt-BR" sz="2400" b="1" dirty="0">
              <a:solidFill>
                <a:schemeClr val="tx1">
                  <a:lumMod val="95000"/>
                </a:schemeClr>
              </a:solidFill>
            </a:endParaRPr>
          </a:p>
          <a:p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2495" y="253328"/>
            <a:ext cx="11927264" cy="123262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2800" b="1" dirty="0" smtClean="0">
                <a:solidFill>
                  <a:schemeClr val="tx1"/>
                </a:solidFill>
              </a:rPr>
              <a:t>Algumas das Ferramentas mais Utilizadas </a:t>
            </a:r>
            <a:r>
              <a:rPr lang="pt-BR" sz="2800" b="1" dirty="0">
                <a:solidFill>
                  <a:schemeClr val="tx1"/>
                </a:solidFill>
              </a:rPr>
              <a:t>pelo </a:t>
            </a:r>
            <a:r>
              <a:rPr lang="pt-BR" sz="2800" b="1" dirty="0" smtClean="0">
                <a:solidFill>
                  <a:schemeClr val="tx1"/>
                </a:solidFill>
              </a:rPr>
              <a:t>Mercado Atualmente para Auxiliar no Desenvolvimento de Aplicações Java: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40" y="2082814"/>
            <a:ext cx="1629976" cy="57995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1" y="3467124"/>
            <a:ext cx="1076488" cy="79426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291459" y="4534425"/>
            <a:ext cx="3501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</a:t>
            </a:r>
            <a:r>
              <a:rPr lang="pt-BR" sz="24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IDEs</a:t>
            </a:r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Java </a:t>
            </a:r>
            <a:r>
              <a:rPr lang="pt-BR" sz="24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Backend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r>
              <a:rPr lang="pt-BR" sz="2400" b="1" dirty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pt-BR" sz="2400" b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t-BR" sz="2400" b="1" dirty="0">
                <a:solidFill>
                  <a:schemeClr val="tx1">
                    <a:lumMod val="95000"/>
                  </a:schemeClr>
                </a:solidFill>
              </a:rPr>
              <a:t>	</a:t>
            </a:r>
            <a:br>
              <a:rPr lang="pt-BR" sz="2400" b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t-BR" sz="2400" b="1" dirty="0">
                <a:solidFill>
                  <a:schemeClr val="tx1">
                    <a:lumMod val="95000"/>
                  </a:schemeClr>
                </a:solidFill>
              </a:rPr>
              <a:t>	</a:t>
            </a:r>
            <a:endParaRPr lang="pt-BR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endParaRPr lang="pt-BR" sz="2400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0" y="4980368"/>
            <a:ext cx="2128379" cy="85648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71" y="5931634"/>
            <a:ext cx="2100068" cy="677945"/>
          </a:xfrm>
          <a:prstGeom prst="rect">
            <a:avLst/>
          </a:prstGeom>
        </p:spPr>
      </p:pic>
      <p:sp>
        <p:nvSpPr>
          <p:cNvPr id="13" name="CaixaDeTexto 12"/>
          <p:cNvSpPr txBox="1"/>
          <p:nvPr/>
        </p:nvSpPr>
        <p:spPr>
          <a:xfrm>
            <a:off x="8670199" y="1604507"/>
            <a:ext cx="2963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IDE</a:t>
            </a:r>
            <a:r>
              <a:rPr lang="pt-BR" sz="2400" dirty="0" smtClean="0"/>
              <a:t> </a:t>
            </a:r>
            <a:r>
              <a:rPr lang="pt-BR" sz="24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Frontend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</a:t>
            </a:r>
            <a:b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	</a:t>
            </a:r>
            <a:endParaRPr lang="pt-BR" sz="2400" b="1" dirty="0" smtClean="0">
              <a:solidFill>
                <a:schemeClr val="tx1">
                  <a:lumMod val="95000"/>
                </a:schemeClr>
              </a:solidFill>
            </a:endParaRPr>
          </a:p>
          <a:p>
            <a:endParaRPr lang="pt-BR" sz="2400" b="1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285" y="2130769"/>
            <a:ext cx="1797660" cy="1337794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4950495" y="2997949"/>
            <a:ext cx="4101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Cliente de Banco de Dados:</a:t>
            </a:r>
            <a:b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	</a:t>
            </a:r>
            <a:endParaRPr lang="pt-BR" sz="2400" b="1" dirty="0" smtClean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727" y="3467124"/>
            <a:ext cx="1752583" cy="63093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4923576" y="4497101"/>
            <a:ext cx="480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Repositório de Código Fonte</a:t>
            </a:r>
            <a:endParaRPr lang="pt-BR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5453" y="5036433"/>
            <a:ext cx="2805505" cy="115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67938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123</TotalTime>
  <Words>126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Fatia</vt:lpstr>
      <vt:lpstr>Principais arquiteturas / frameworks java usados no mercado</vt:lpstr>
      <vt:lpstr>Arquiteturas: Front e Backend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Principais arquiteturas / frameworks java usados no mercado</dc:title>
  <dc:creator>beto</dc:creator>
  <cp:lastModifiedBy>beto</cp:lastModifiedBy>
  <cp:revision>52</cp:revision>
  <dcterms:created xsi:type="dcterms:W3CDTF">2025-07-30T21:00:04Z</dcterms:created>
  <dcterms:modified xsi:type="dcterms:W3CDTF">2026-03-02T18:41:26Z</dcterms:modified>
</cp:coreProperties>
</file>